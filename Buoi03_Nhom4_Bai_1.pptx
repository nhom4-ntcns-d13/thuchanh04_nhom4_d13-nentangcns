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146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96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title">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94560"/>
            <a:ext cx="7315200" cy="1737360"/>
          </a:xfrm>
        </p:spPr>
        <p:txBody>
          <a:bodyPr anchor="ctr">
            <a:normAutofit/>
          </a:bodyPr>
          <a:lstStyle>
            <a:lvl1pPr algn="ctr">
              <a:defRPr sz="5000" b="1" kern="1200">
                <a:solidFill>
                  <a:srgbClr val="996633"/>
                </a:solidFill>
                <a:latin typeface="Times New Roman" pitchFamily="18" charset="0"/>
                <a:ea typeface="Times New Roman"/>
                <a:cs typeface="Times New Roman" pitchFamily="18" charset="0"/>
              </a:defRPr>
            </a:lvl1pPr>
          </a:lstStyle>
          <a:p>
            <a:r>
              <a:rPr lang="en-US"/>
              <a:t>Click to edit Master title style</a:t>
            </a:r>
          </a:p>
        </p:txBody>
      </p:sp>
      <p:sp>
        <p:nvSpPr>
          <p:cNvPr id="3" name="Subtitle 2"/>
          <p:cNvSpPr>
            <a:spLocks noGrp="1"/>
          </p:cNvSpPr>
          <p:nvPr>
            <p:ph type="subTitle" idx="1"/>
          </p:nvPr>
        </p:nvSpPr>
        <p:spPr>
          <a:xfrm>
            <a:off x="914400" y="4023360"/>
            <a:ext cx="7315200" cy="731520"/>
          </a:xfrm>
        </p:spPr>
        <p:txBody>
          <a:bodyPr anchor="ctr">
            <a:normAutofit/>
          </a:bodyPr>
          <a:lstStyle>
            <a:lvl1pPr marL="0" indent="0" algn="ctr">
              <a:buNone/>
              <a:defRPr sz="3200" b="1" kern="1200">
                <a:solidFill>
                  <a:srgbClr val="000000"/>
                </a:solidFill>
                <a:latin typeface="Times New Roman" pitchFamily="18" charset="0"/>
                <a:ea typeface="Times New Roman"/>
                <a:cs typeface="Times New Roman" pitchFamily="18" charset="0"/>
              </a:defRPr>
            </a:lvl1pPr>
          </a:lstStyle>
          <a:p>
            <a:r>
              <a:rPr lang="en-US"/>
              <a:t>Click to edit Master subtitle style</a:t>
            </a:r>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p:spPr>
        <p:txBody>
          <a:bodyPr anchor="ctr">
            <a:normAutofit/>
          </a:bodyPr>
          <a:lstStyle/>
          <a:p>
            <a:r>
              <a:rPr lang="en-US"/>
              <a:t>Click to edit Master title style</a:t>
            </a:r>
          </a:p>
        </p:txBody>
      </p:sp>
      <p:sp>
        <p:nvSpPr>
          <p:cNvPr id="3" name="Content Placeholder 2"/>
          <p:cNvSpPr>
            <a:spLocks noGrp="1"/>
          </p:cNvSpPr>
          <p:nvPr>
            <p:ph idx="1"/>
          </p:nvPr>
        </p:nvSpPr>
        <p:spPr>
          <a:xfrm>
            <a:off x="640080" y="2651760"/>
            <a:ext cx="7863840" cy="3291840"/>
          </a:xfrm>
        </p:spPr>
        <p:txBody>
          <a:bodyPr anchor="t">
            <a:normAutofit/>
          </a:bodyPr>
          <a:lstStyle/>
          <a:p>
            <a:r>
              <a:rPr lang="en-US"/>
              <a:t>Click to edit Master text styles</a:t>
            </a:r>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itleOnly">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3200"/>
            <a:ext cx="6400800" cy="1280160"/>
          </a:xfrm>
        </p:spPr>
        <p:txBody>
          <a:bodyPr anchor="ctr">
            <a:normAutofit/>
          </a:bodyPr>
          <a:lstStyle>
            <a:lvl1pPr algn="ctr">
              <a:defRPr sz="4000" kern="1200">
                <a:solidFill>
                  <a:srgbClr val="000000"/>
                </a:solidFill>
                <a:latin typeface="Times New Roman" pitchFamily="18" charset="0"/>
                <a:ea typeface="Times New Roman"/>
                <a:cs typeface="Times New Roman" pitchFamily="18" charset="0"/>
              </a:defRPr>
            </a:lvl1pPr>
          </a:lstStyle>
          <a:p>
            <a:r>
              <a:rPr lang="en-US"/>
              <a:t>Click to edit Master title style</a:t>
            </a:r>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 Id="rId6"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1874520"/>
            <a:ext cx="7863840" cy="640080"/>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640080" y="2651760"/>
            <a:ext cx="7863840" cy="329184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l" defTabSz="914400" rtl="0" eaLnBrk="1" latinLnBrk="0" hangingPunct="1">
        <a:spcBef>
          <a:spcPct val="0"/>
        </a:spcBef>
        <a:buNone/>
        <a:defRPr sz="4000" b="1" kern="1200">
          <a:solidFill>
            <a:srgbClr val="996633"/>
          </a:solidFill>
          <a:latin typeface="Times New Roman" pitchFamily="18" charset="0"/>
          <a:ea typeface="Times New Roman"/>
          <a:cs typeface="Times New Roman" pitchFamily="18" charset="0"/>
        </a:defRPr>
      </a:lvl1pPr>
    </p:titleStyle>
    <p:bodyStyle>
      <a:lvl1pPr marL="342900" indent="-342900" algn="l" defTabSz="914400" rtl="0" eaLnBrk="1" latinLnBrk="0" hangingPunct="1">
        <a:spcBef>
          <a:spcPts val="0"/>
        </a:spcBef>
        <a:buClr>
          <a:srgbClr val="000000"/>
        </a:buClr>
        <a:buFont typeface="Arial"/>
        <a:buChar char="●"/>
        <a:defRPr sz="3200" kern="1200">
          <a:solidFill>
            <a:srgbClr val="000000"/>
          </a:solidFill>
          <a:latin typeface="Times New Roman" pitchFamily="18" charset="0"/>
          <a:ea typeface="Times New Roman"/>
          <a:cs typeface="Times New Roman" pitchFamily="18" charset="0"/>
        </a:defRPr>
      </a:lvl1pPr>
      <a:lvl2pPr marL="742950" indent="-342900" algn="l" defTabSz="914400" rtl="0" eaLnBrk="1" latinLnBrk="0" hangingPunct="1">
        <a:spcBef>
          <a:spcPts val="0"/>
        </a:spcBef>
        <a:buClr>
          <a:srgbClr val="000000"/>
        </a:buClr>
        <a:buFont typeface="Times New Roman"/>
        <a:buChar char="-"/>
        <a:defRPr sz="2800" kern="1200">
          <a:solidFill>
            <a:srgbClr val="000000"/>
          </a:solidFill>
          <a:latin typeface="Times New Roman" pitchFamily="18" charset="0"/>
          <a:ea typeface="Times New Roman"/>
          <a:cs typeface="Times New Roman" pitchFamily="18" charset="0"/>
        </a:defRPr>
      </a:lvl2pPr>
      <a:lvl3pPr marL="1143000" indent="-342900" algn="l" defTabSz="914400" rtl="0" eaLnBrk="1" latinLnBrk="0" hangingPunct="1">
        <a:spcBef>
          <a:spcPts val="0"/>
        </a:spcBef>
        <a:buClr>
          <a:srgbClr val="000000"/>
        </a:buClr>
        <a:buFont typeface="Times New Roman"/>
        <a:buChar char="+"/>
        <a:defRPr sz="2400" kern="1200">
          <a:solidFill>
            <a:srgbClr val="000000"/>
          </a:solidFill>
          <a:latin typeface="Times New Roman" pitchFamily="18" charset="0"/>
          <a:ea typeface="Times New Roman"/>
          <a:cs typeface="Times New Roman" pitchFamily="18" charset="0"/>
        </a:defRPr>
      </a:lvl3pPr>
      <a:lvl4pPr marL="1543050" indent="-342900" algn="l" defTabSz="914400" rtl="0" eaLnBrk="1" latinLnBrk="0" hangingPunct="1">
        <a:spcBef>
          <a:spcPts val="0"/>
        </a:spcBef>
        <a:buClr>
          <a:srgbClr val="000000"/>
        </a:buClr>
        <a:buFont typeface="Wingdings"/>
        <a:buChar char="§"/>
        <a:defRPr sz="2200" kern="1200">
          <a:solidFill>
            <a:srgbClr val="000000"/>
          </a:solidFill>
          <a:latin typeface="Times New Roman" pitchFamily="18" charset="0"/>
          <a:ea typeface="Times New Roman"/>
          <a:cs typeface="Times New Roman" pitchFamily="18" charset="0"/>
        </a:defRPr>
      </a:lvl4pPr>
      <a:lvl5pPr marL="1943100" indent="-342900" algn="l" defTabSz="914400" rtl="0" eaLnBrk="1" latinLnBrk="0" hangingPunct="1">
        <a:spcBef>
          <a:spcPts val="0"/>
        </a:spcBef>
        <a:buClr>
          <a:srgbClr val="000000"/>
        </a:buClr>
        <a:buFont typeface="Wingdings"/>
        <a:buChar char="ü"/>
        <a:defRPr sz="2000" kern="1200">
          <a:solidFill>
            <a:srgbClr val="000000"/>
          </a:solidFill>
          <a:latin typeface="Times New Roman" pitchFamily="18" charset="0"/>
          <a:ea typeface="Times New Roman"/>
          <a:cs typeface="Times New Roman" pitchFamily="18" charset="0"/>
        </a:defRPr>
      </a:lvl5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94560"/>
            <a:ext cx="7315200" cy="1737360"/>
          </a:xfrm>
          <a:prstGeom prst="rect">
            <a:avLst/>
          </a:prstGeom>
          <a:noFill/>
          <a:ln/>
        </p:spPr>
        <p:txBody>
          <a:bodyPr wrap="square" rtlCol="0" anchor="ctr"/>
          <a:lstStyle/>
          <a:p>
            <a:pPr marL="0" indent="0" algn="ctr">
              <a:buNone/>
            </a:pPr>
            <a:r>
              <a:rPr lang="en-US" sz="5000" b="1" dirty="0">
                <a:solidFill>
                  <a:srgbClr val="996633"/>
                </a:solidFill>
                <a:latin typeface="Times New Roman" pitchFamily="34" charset="0"/>
                <a:ea typeface="Times New Roman" pitchFamily="34" charset="-122"/>
                <a:cs typeface="Times New Roman" pitchFamily="34" charset="-120"/>
              </a:rPr>
              <a:t>BỐ CỤC MỘT BÀI THUYẾT TRÌNH</a:t>
            </a:r>
            <a:endParaRPr lang="en-US" sz="5000" dirty="0"/>
          </a:p>
        </p:txBody>
      </p:sp>
      <p:sp>
        <p:nvSpPr>
          <p:cNvPr id="3" name="Content 2"/>
          <p:cNvSpPr>
            <a:spLocks noGrp="1"/>
          </p:cNvSpPr>
          <p:nvPr>
            <p:ph type="subTitle" idx="1"/>
          </p:nvPr>
        </p:nvSpPr>
        <p:spPr>
          <a:xfrm>
            <a:off x="914400" y="4023360"/>
            <a:ext cx="7315200" cy="731520"/>
          </a:xfrm>
          <a:prstGeom prst="rect">
            <a:avLst/>
          </a:prstGeom>
          <a:noFill/>
          <a:ln/>
        </p:spPr>
        <p:txBody>
          <a:bodyPr wrap="square"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ThS. Họ và Tên</a:t>
            </a:r>
            <a:endParaRPr lang="en-US" sz="3200" dirty="0"/>
          </a:p>
        </p:txBody>
      </p:sp>
      <p:sp>
        <p:nvSpPr>
          <p:cNvPr id="4" name="Text 2"/>
          <p:cNvSpPr txBox="1"/>
          <p:nvPr/>
        </p:nvSpPr>
        <p:spPr>
          <a:xfrm>
            <a:off x="4297680" y="5303520"/>
            <a:ext cx="4389120" cy="457200"/>
          </a:xfrm>
          <a:prstGeom prst="rect">
            <a:avLst/>
          </a:prstGeom>
          <a:noFill/>
          <a:ln/>
        </p:spPr>
        <p:txBody>
          <a:bodyPr wrap="square" rtlCol="0" anchor="ctr"/>
          <a:lstStyle/>
          <a:p>
            <a:pPr marL="0" indent="0" algn="r">
              <a:buNone/>
            </a:pPr>
            <a:r>
              <a:rPr lang="en-US" sz="1800" b="1" dirty="0">
                <a:solidFill>
                  <a:srgbClr val="000000"/>
                </a:solidFill>
                <a:latin typeface="Times New Roman" pitchFamily="34" charset="0"/>
                <a:ea typeface="Times New Roman" pitchFamily="34" charset="-122"/>
                <a:cs typeface="Times New Roman" pitchFamily="34" charset="-120"/>
              </a:rPr>
              <a:t>Trích từ Tủ sách Khoa học VLOS</a:t>
            </a:r>
            <a:endParaRPr lang="en-US" sz="18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1</a:t>
            </a:fld>
            <a:endParaRPr lang="en-US"/>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a:prstGeom prst="rect">
            <a:avLst/>
          </a:prstGeom>
          <a:noFill/>
          <a:ln/>
        </p:spPr>
        <p:txBody>
          <a:bodyPr wrap="square" lIns="0" tIns="0" rIns="0" bIns="0" rtlCol="0" anchor="ctr"/>
          <a:lstStyle/>
          <a:p>
            <a:pPr marL="0" indent="0" algn="l">
              <a:buNone/>
            </a:pPr>
            <a:r>
              <a:rPr lang="en-US" sz="4000" b="1" dirty="0">
                <a:solidFill>
                  <a:srgbClr val="996633"/>
                </a:solidFill>
                <a:latin typeface="Times New Roman" pitchFamily="34" charset="0"/>
                <a:ea typeface="Times New Roman" pitchFamily="34" charset="-122"/>
                <a:cs typeface="Times New Roman" pitchFamily="34" charset="-120"/>
              </a:rPr>
              <a:t>Giới thiệu</a:t>
            </a:r>
            <a:endParaRPr lang="en-US" sz="4000" dirty="0"/>
          </a:p>
        </p:txBody>
      </p:sp>
      <p:sp>
        <p:nvSpPr>
          <p:cNvPr id="3" name="Content 2"/>
          <p:cNvSpPr>
            <a:spLocks noGrp="1"/>
          </p:cNvSpPr>
          <p:nvPr>
            <p:ph idx="1"/>
          </p:nvPr>
        </p:nvSpPr>
        <p:spPr>
          <a:xfrm>
            <a:off x="640080" y="2651760"/>
            <a:ext cx="7863840" cy="3291840"/>
          </a:xfrm>
          <a:prstGeom prst="rect">
            <a:avLst/>
          </a:prstGeom>
          <a:noFill/>
          <a:ln/>
        </p:spPr>
        <p:txBody>
          <a:bodyPr wrap="square" lIns="0" tIns="0" rIns="0" bIns="0" rtlCol="0" anchor="t"/>
          <a:lstStyle/>
          <a:p>
            <a:pPr marL="381000" indent="-381000">
              <a:spcAft>
                <a:spcPts val="600"/>
              </a:spcAft>
              <a:buSzPct val="100000"/>
              <a:buChar char="●"/>
            </a:pPr>
            <a:r>
              <a:rPr lang="en-US" sz="3200" dirty="0">
                <a:solidFill>
                  <a:srgbClr val="000000"/>
                </a:solidFill>
                <a:latin typeface="Times New Roman" pitchFamily="34" charset="0"/>
                <a:ea typeface="Times New Roman" pitchFamily="34" charset="-122"/>
                <a:cs typeface="Times New Roman" pitchFamily="34" charset="-120"/>
              </a:rPr>
              <a:t>Phần mở đầu</a:t>
            </a:r>
            <a:endParaRPr lang="en-US" sz="3200" dirty="0"/>
          </a:p>
          <a:p>
            <a:pPr marL="762000" lvl="1" indent="-381000">
              <a:spcAft>
                <a:spcPts val="600"/>
              </a:spcAft>
              <a:buSzPct val="100000"/>
              <a:buChar char="–"/>
            </a:pPr>
            <a:r>
              <a:rPr lang="en-US" sz="2800" dirty="0">
                <a:solidFill>
                  <a:srgbClr val="000000"/>
                </a:solidFill>
                <a:latin typeface="Times New Roman" pitchFamily="34" charset="0"/>
                <a:ea typeface="Times New Roman" pitchFamily="34" charset="-122"/>
                <a:cs typeface="Times New Roman" pitchFamily="34" charset="-120"/>
              </a:rPr>
              <a:t>Cần đạt được mục đích</a:t>
            </a:r>
            <a:endParaRPr lang="en-US" sz="3200" dirty="0"/>
          </a:p>
          <a:p>
            <a:pPr marL="381000" indent="-381000">
              <a:spcAft>
                <a:spcPts val="600"/>
              </a:spcAft>
              <a:buSzPct val="100000"/>
              <a:buChar char="●"/>
            </a:pPr>
            <a:r>
              <a:rPr lang="en-US" sz="3200" dirty="0">
                <a:solidFill>
                  <a:srgbClr val="000000"/>
                </a:solidFill>
                <a:latin typeface="Times New Roman" pitchFamily="34" charset="0"/>
                <a:ea typeface="Times New Roman" pitchFamily="34" charset="-122"/>
                <a:cs typeface="Times New Roman" pitchFamily="34" charset="-120"/>
              </a:rPr>
              <a:t>Phần chính</a:t>
            </a:r>
            <a:endParaRPr lang="en-US" sz="3200" dirty="0"/>
          </a:p>
          <a:p>
            <a:pPr marL="762000" lvl="1" indent="-381000">
              <a:spcAft>
                <a:spcPts val="600"/>
              </a:spcAft>
              <a:buSzPct val="100000"/>
              <a:buChar char="–"/>
            </a:pPr>
            <a:r>
              <a:rPr lang="en-US" sz="2800" dirty="0">
                <a:solidFill>
                  <a:srgbClr val="000000"/>
                </a:solidFill>
                <a:latin typeface="Times New Roman" pitchFamily="34" charset="0"/>
                <a:ea typeface="Times New Roman" pitchFamily="34" charset="-122"/>
                <a:cs typeface="Times New Roman" pitchFamily="34" charset="-120"/>
              </a:rPr>
              <a:t>Đưa ra giải pháp, ý kiến</a:t>
            </a:r>
            <a:endParaRPr lang="en-US" sz="3200" dirty="0"/>
          </a:p>
          <a:p>
            <a:pPr marL="381000" indent="-381000">
              <a:spcAft>
                <a:spcPts val="600"/>
              </a:spcAft>
              <a:buSzPct val="100000"/>
              <a:buChar char="●"/>
            </a:pPr>
            <a:r>
              <a:rPr lang="en-US" sz="3200" dirty="0">
                <a:solidFill>
                  <a:srgbClr val="000000"/>
                </a:solidFill>
                <a:latin typeface="Times New Roman" pitchFamily="34" charset="0"/>
                <a:ea typeface="Times New Roman" pitchFamily="34" charset="-122"/>
                <a:cs typeface="Times New Roman" pitchFamily="34" charset="-120"/>
              </a:rPr>
              <a:t>Phần kết</a:t>
            </a:r>
            <a:endParaRPr lang="en-US" sz="3200" dirty="0"/>
          </a:p>
          <a:p>
            <a:pPr marL="762000" lvl="1" indent="-381000">
              <a:spcAft>
                <a:spcPts val="600"/>
              </a:spcAft>
              <a:buSzPct val="100000"/>
              <a:buChar char="–"/>
            </a:pPr>
            <a:r>
              <a:rPr lang="en-US" sz="2800" dirty="0">
                <a:solidFill>
                  <a:srgbClr val="000000"/>
                </a:solidFill>
                <a:latin typeface="Times New Roman" pitchFamily="34" charset="0"/>
                <a:ea typeface="Times New Roman" pitchFamily="34" charset="-122"/>
                <a:cs typeface="Times New Roman" pitchFamily="34" charset="-120"/>
              </a:rPr>
              <a:t>Tóm tắt các nội dung đã được trình bày</a:t>
            </a:r>
            <a:endParaRPr lang="en-US" sz="32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2</a:t>
            </a:fld>
            <a:endParaRPr lang="en-US"/>
          </a:p>
        </p:txBody>
      </p:sp>
    </p:spTree>
  </p:cSld>
  <p:clrMapOvr>
    <a:masterClrMapping/>
  </p:clrMapOvr>
  <p:transition spd="med">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a:prstGeom prst="rect">
            <a:avLst/>
          </a:prstGeom>
          <a:noFill/>
          <a:ln/>
        </p:spPr>
        <p:txBody>
          <a:bodyPr wrap="square" lIns="0" tIns="0" rIns="0" bIns="0" rtlCol="0" anchor="ctr"/>
          <a:lstStyle/>
          <a:p>
            <a:pPr marL="0" indent="0" algn="l">
              <a:buNone/>
            </a:pPr>
            <a:r>
              <a:rPr lang="en-US" sz="4000" b="1" dirty="0">
                <a:solidFill>
                  <a:srgbClr val="996633"/>
                </a:solidFill>
                <a:latin typeface="Times New Roman" pitchFamily="34" charset="0"/>
                <a:ea typeface="Times New Roman" pitchFamily="34" charset="-122"/>
                <a:cs typeface="Times New Roman" pitchFamily="34" charset="-120"/>
              </a:rPr>
              <a:t>Phần mở đầu</a:t>
            </a:r>
            <a:endParaRPr lang="en-US" sz="4000" dirty="0"/>
          </a:p>
        </p:txBody>
      </p:sp>
      <p:sp>
        <p:nvSpPr>
          <p:cNvPr id="3" name="Content 2"/>
          <p:cNvSpPr>
            <a:spLocks noGrp="1"/>
          </p:cNvSpPr>
          <p:nvPr>
            <p:ph idx="1"/>
          </p:nvPr>
        </p:nvSpPr>
        <p:spPr>
          <a:xfrm>
            <a:off x="640080" y="2651760"/>
            <a:ext cx="7863840" cy="3291840"/>
          </a:xfrm>
          <a:prstGeom prst="rect">
            <a:avLst/>
          </a:prstGeom>
          <a:noFill/>
          <a:ln/>
        </p:spPr>
        <p:txBody>
          <a:bodyPr wrap="square" lIns="0" tIns="0" rIns="0" bIns="0" rtlCol="0" anchor="t"/>
          <a:lstStyle/>
          <a:p>
            <a:pPr marL="381000" indent="-381000">
              <a:spcAft>
                <a:spcPts val="600"/>
              </a:spcAft>
              <a:buSzPct val="100000"/>
              <a:buChar char="●"/>
            </a:pPr>
            <a:r>
              <a:rPr lang="en-US" sz="2700" dirty="0">
                <a:solidFill>
                  <a:srgbClr val="000000"/>
                </a:solidFill>
                <a:latin typeface="Times New Roman" pitchFamily="34" charset="0"/>
                <a:ea typeface="Times New Roman" pitchFamily="34" charset="-122"/>
                <a:cs typeface="Times New Roman" pitchFamily="34" charset="-120"/>
              </a:rPr>
              <a:t>Thu hút sự chú ý của người nghe</a:t>
            </a:r>
            <a:endParaRPr lang="en-US" sz="2700" dirty="0"/>
          </a:p>
          <a:p>
            <a:pPr marL="762000" lvl="1" indent="-381000">
              <a:spcAft>
                <a:spcPts val="600"/>
              </a:spcAft>
              <a:buSzPct val="100000"/>
              <a:buChar char="–"/>
            </a:pPr>
            <a:r>
              <a:rPr lang="en-US" sz="2400" u="sng" dirty="0">
                <a:solidFill>
                  <a:srgbClr val="000000"/>
                </a:solidFill>
                <a:latin typeface="Times New Roman" pitchFamily="34" charset="0"/>
                <a:ea typeface="Times New Roman" pitchFamily="34" charset="-122"/>
                <a:cs typeface="Times New Roman" pitchFamily="34" charset="-120"/>
                <a:hlinkClick r:id="rId3" action="ppaction://hlinksldjump" tooltip="Đến slide 7">
                  <a:extLst>
                    <a:ext uri="{A12FA001-AC4F-418D-AE19-62706E023703}">
                      <ahyp:hlinkClr xmlns:ahyp="http://schemas.microsoft.com/office/drawing/2018/hyperlinkcolor" xmlns="" val="tx"/>
                    </a:ext>
                  </a:extLst>
                </a:hlinkClick>
              </a:rPr>
              <a:t>Sử dụng một đoạn trích dẫn</a:t>
            </a:r>
            <a:endParaRPr lang="en-US" sz="2700" dirty="0"/>
          </a:p>
          <a:p>
            <a:pPr marL="762000" lvl="1" indent="-381000">
              <a:spcAft>
                <a:spcPts val="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Một câu hỏi</a:t>
            </a:r>
            <a:endParaRPr lang="en-US" sz="2700" dirty="0"/>
          </a:p>
          <a:p>
            <a:pPr marL="762000" lvl="1" indent="-381000">
              <a:spcAft>
                <a:spcPts val="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Một lời hứa</a:t>
            </a:r>
            <a:endParaRPr lang="en-US" sz="2700" dirty="0"/>
          </a:p>
          <a:p>
            <a:pPr marL="762000" lvl="1" indent="-381000">
              <a:spcAft>
                <a:spcPts val="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Thậm chí làm mọi người phải hoạt động</a:t>
            </a:r>
            <a:endParaRPr lang="en-US" sz="2700" dirty="0"/>
          </a:p>
          <a:p>
            <a:pPr marL="381000" indent="-381000">
              <a:spcAft>
                <a:spcPts val="600"/>
              </a:spcAft>
              <a:buSzPct val="100000"/>
              <a:buChar char="●"/>
            </a:pPr>
            <a:r>
              <a:rPr lang="en-US" sz="2700" dirty="0">
                <a:solidFill>
                  <a:srgbClr val="000000"/>
                </a:solidFill>
                <a:latin typeface="Times New Roman" pitchFamily="34" charset="0"/>
                <a:ea typeface="Times New Roman" pitchFamily="34" charset="-122"/>
                <a:cs typeface="Times New Roman" pitchFamily="34" charset="-120"/>
              </a:rPr>
              <a:t>Tóm lược các nội dung liên quan</a:t>
            </a:r>
            <a:endParaRPr lang="en-US" sz="2700" dirty="0"/>
          </a:p>
          <a:p>
            <a:pPr marL="762000" lvl="1" indent="-381000">
              <a:spcAft>
                <a:spcPts val="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Đã được trình bày</a:t>
            </a:r>
            <a:endParaRPr lang="en-US" sz="2700" dirty="0"/>
          </a:p>
          <a:p>
            <a:pPr marL="762000" lvl="1" indent="-381000">
              <a:spcAft>
                <a:spcPts val="6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Được đa số người nghe biết rõ</a:t>
            </a:r>
            <a:endParaRPr lang="en-US" sz="27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3</a:t>
            </a:fld>
            <a:endParaRPr lang="en-US"/>
          </a:p>
        </p:txBody>
      </p:sp>
    </p:spTree>
  </p:cSld>
  <p:clrMapOvr>
    <a:masterClrMapping/>
  </p:clrMapOvr>
  <p:transition spd="med">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a:prstGeom prst="rect">
            <a:avLst/>
          </a:prstGeom>
          <a:noFill/>
          <a:ln/>
        </p:spPr>
        <p:txBody>
          <a:bodyPr wrap="square" lIns="0" tIns="0" rIns="0" bIns="0" rtlCol="0" anchor="ctr"/>
          <a:lstStyle/>
          <a:p>
            <a:pPr marL="0" indent="0" algn="l">
              <a:buNone/>
            </a:pPr>
            <a:r>
              <a:rPr lang="en-US" sz="4000" b="1" dirty="0">
                <a:solidFill>
                  <a:srgbClr val="996633"/>
                </a:solidFill>
                <a:latin typeface="Times New Roman" pitchFamily="34" charset="0"/>
                <a:ea typeface="Times New Roman" pitchFamily="34" charset="-122"/>
                <a:cs typeface="Times New Roman" pitchFamily="34" charset="-120"/>
              </a:rPr>
              <a:t>Phần chính</a:t>
            </a:r>
            <a:endParaRPr lang="en-US" sz="4000" dirty="0"/>
          </a:p>
        </p:txBody>
      </p:sp>
      <p:sp>
        <p:nvSpPr>
          <p:cNvPr id="3" name="Content 2"/>
          <p:cNvSpPr>
            <a:spLocks noGrp="1"/>
          </p:cNvSpPr>
          <p:nvPr>
            <p:ph idx="1"/>
          </p:nvPr>
        </p:nvSpPr>
        <p:spPr>
          <a:xfrm>
            <a:off x="640080" y="2651760"/>
            <a:ext cx="7863840" cy="3291840"/>
          </a:xfrm>
          <a:prstGeom prst="rect">
            <a:avLst/>
          </a:prstGeom>
          <a:noFill/>
          <a:ln/>
        </p:spPr>
        <p:txBody>
          <a:bodyPr wrap="square" lIns="0" tIns="0" rIns="0" bIns="0" rtlCol="0" anchor="t"/>
          <a:lstStyle/>
          <a:p>
            <a:pPr marL="381000" indent="-381000">
              <a:spcAft>
                <a:spcPts val="600"/>
              </a:spcAft>
              <a:buSzPct val="100000"/>
              <a:buChar char="●"/>
            </a:pPr>
            <a:r>
              <a:rPr lang="en-US" sz="2900" dirty="0">
                <a:solidFill>
                  <a:srgbClr val="000000"/>
                </a:solidFill>
                <a:latin typeface="Times New Roman" pitchFamily="34" charset="0"/>
                <a:ea typeface="Times New Roman" pitchFamily="34" charset="-122"/>
                <a:cs typeface="Times New Roman" pitchFamily="34" charset="-120"/>
              </a:rPr>
              <a:t>Phần chính với các nội dung</a:t>
            </a:r>
            <a:endParaRPr lang="en-US" sz="2900" dirty="0"/>
          </a:p>
          <a:p>
            <a:pPr marL="762000" lvl="1" indent="-381000">
              <a:spcAft>
                <a:spcPts val="600"/>
              </a:spcAft>
              <a:buSzPct val="100000"/>
              <a:buChar char="–"/>
            </a:pPr>
            <a:r>
              <a:rPr lang="en-US" sz="2500" dirty="0">
                <a:solidFill>
                  <a:srgbClr val="000000"/>
                </a:solidFill>
                <a:latin typeface="Times New Roman" pitchFamily="34" charset="0"/>
                <a:ea typeface="Times New Roman" pitchFamily="34" charset="-122"/>
                <a:cs typeface="Times New Roman" pitchFamily="34" charset="-120"/>
              </a:rPr>
              <a:t>Vấn đề cần giải quyết, yêu cầu công việc</a:t>
            </a:r>
            <a:endParaRPr lang="en-US" sz="2900" dirty="0"/>
          </a:p>
          <a:p>
            <a:pPr marL="762000" lvl="1" indent="-381000">
              <a:spcAft>
                <a:spcPts val="600"/>
              </a:spcAft>
              <a:buSzPct val="100000"/>
              <a:buChar char="–"/>
            </a:pPr>
            <a:r>
              <a:rPr lang="en-US" sz="2500" dirty="0">
                <a:solidFill>
                  <a:srgbClr val="000000"/>
                </a:solidFill>
                <a:latin typeface="Times New Roman" pitchFamily="34" charset="0"/>
                <a:ea typeface="Times New Roman" pitchFamily="34" charset="-122"/>
                <a:cs typeface="Times New Roman" pitchFamily="34" charset="-120"/>
              </a:rPr>
              <a:t>Ý tưởng và giải pháp</a:t>
            </a:r>
            <a:endParaRPr lang="en-US" sz="2900" dirty="0"/>
          </a:p>
          <a:p>
            <a:pPr marL="762000" lvl="1" indent="-381000">
              <a:spcAft>
                <a:spcPts val="600"/>
              </a:spcAft>
              <a:buSzPct val="100000"/>
              <a:buChar char="–"/>
            </a:pPr>
            <a:r>
              <a:rPr lang="en-US" sz="2500" u="sng" dirty="0">
                <a:solidFill>
                  <a:srgbClr val="000000"/>
                </a:solidFill>
                <a:latin typeface="Times New Roman" pitchFamily="34" charset="0"/>
                <a:ea typeface="Times New Roman" pitchFamily="34" charset="-122"/>
                <a:cs typeface="Times New Roman" pitchFamily="34" charset="-120"/>
                <a:hlinkClick r:id="rId3" action="ppaction://hlinksldjump" tooltip="Đến slide 8">
                  <a:extLst>
                    <a:ext uri="{A12FA001-AC4F-418D-AE19-62706E023703}">
                      <ahyp:hlinkClr xmlns:ahyp="http://schemas.microsoft.com/office/drawing/2018/hyperlinkcolor" xmlns="" val="tx"/>
                    </a:ext>
                  </a:extLst>
                </a:hlinkClick>
              </a:rPr>
              <a:t>Cung cấp ví dụ để chứng minh</a:t>
            </a:r>
            <a:endParaRPr lang="en-US" sz="2900" dirty="0"/>
          </a:p>
          <a:p>
            <a:pPr marL="762000" lvl="1" indent="-381000">
              <a:spcAft>
                <a:spcPts val="600"/>
              </a:spcAft>
              <a:buSzPct val="100000"/>
              <a:buChar char="–"/>
            </a:pPr>
            <a:r>
              <a:rPr lang="en-US" sz="2500" dirty="0">
                <a:solidFill>
                  <a:srgbClr val="000000"/>
                </a:solidFill>
                <a:latin typeface="Times New Roman" pitchFamily="34" charset="0"/>
                <a:ea typeface="Times New Roman" pitchFamily="34" charset="-122"/>
                <a:cs typeface="Times New Roman" pitchFamily="34" charset="-120"/>
              </a:rPr>
              <a:t>Lợi ích khi áp dụng giải pháp</a:t>
            </a:r>
            <a:endParaRPr lang="en-US" sz="2900" dirty="0"/>
          </a:p>
          <a:p>
            <a:pPr marL="762000" lvl="1" indent="-381000">
              <a:spcAft>
                <a:spcPts val="600"/>
              </a:spcAft>
              <a:buSzPct val="100000"/>
              <a:buChar char="–"/>
            </a:pPr>
            <a:r>
              <a:rPr lang="en-US" sz="2500" dirty="0">
                <a:solidFill>
                  <a:srgbClr val="000000"/>
                </a:solidFill>
                <a:latin typeface="Times New Roman" pitchFamily="34" charset="0"/>
                <a:ea typeface="Times New Roman" pitchFamily="34" charset="-122"/>
                <a:cs typeface="Times New Roman" pitchFamily="34" charset="-120"/>
              </a:rPr>
              <a:t>Chương trình hành động/các việc làm cụ thể</a:t>
            </a:r>
            <a:endParaRPr lang="en-US" sz="29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4</a:t>
            </a:fld>
            <a:endParaRPr lang="en-US"/>
          </a:p>
        </p:txBody>
      </p:sp>
    </p:spTree>
  </p:cSld>
  <p:clrMapOvr>
    <a:masterClrMapping/>
  </p:clrMapOvr>
  <p:transition spd="med">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a:prstGeom prst="rect">
            <a:avLst/>
          </a:prstGeom>
          <a:noFill/>
          <a:ln/>
        </p:spPr>
        <p:txBody>
          <a:bodyPr wrap="square" lIns="0" tIns="0" rIns="0" bIns="0" rtlCol="0" anchor="ctr"/>
          <a:lstStyle/>
          <a:p>
            <a:pPr marL="0" indent="0" algn="l">
              <a:buNone/>
            </a:pPr>
            <a:r>
              <a:rPr lang="en-US" sz="4000" b="1" dirty="0">
                <a:solidFill>
                  <a:srgbClr val="996633"/>
                </a:solidFill>
                <a:latin typeface="Times New Roman" pitchFamily="34" charset="0"/>
                <a:ea typeface="Times New Roman" pitchFamily="34" charset="-122"/>
                <a:cs typeface="Times New Roman" pitchFamily="34" charset="-120"/>
              </a:rPr>
              <a:t>Phần kết</a:t>
            </a:r>
            <a:endParaRPr lang="en-US" sz="4000" dirty="0"/>
          </a:p>
        </p:txBody>
      </p:sp>
      <p:sp>
        <p:nvSpPr>
          <p:cNvPr id="3" name="Content 2"/>
          <p:cNvSpPr>
            <a:spLocks noGrp="1"/>
          </p:cNvSpPr>
          <p:nvPr>
            <p:ph idx="1"/>
          </p:nvPr>
        </p:nvSpPr>
        <p:spPr>
          <a:xfrm>
            <a:off x="640080" y="2651760"/>
            <a:ext cx="7863840" cy="3291840"/>
          </a:xfrm>
          <a:prstGeom prst="rect">
            <a:avLst/>
          </a:prstGeom>
          <a:noFill/>
          <a:ln/>
        </p:spPr>
        <p:txBody>
          <a:bodyPr wrap="square" lIns="0" tIns="0" rIns="0" bIns="0" rtlCol="0" anchor="t"/>
          <a:lstStyle/>
          <a:p>
            <a:pPr marL="381000" indent="-381000">
              <a:spcAft>
                <a:spcPts val="600"/>
              </a:spcAft>
              <a:buSzPct val="100000"/>
              <a:buChar char="●"/>
            </a:pPr>
            <a:r>
              <a:rPr lang="en-US" sz="3200" dirty="0">
                <a:solidFill>
                  <a:srgbClr val="000000"/>
                </a:solidFill>
                <a:latin typeface="Times New Roman" pitchFamily="34" charset="0"/>
                <a:ea typeface="Times New Roman" pitchFamily="34" charset="-122"/>
                <a:cs typeface="Times New Roman" pitchFamily="34" charset="-120"/>
              </a:rPr>
              <a:t>Tóm tắt</a:t>
            </a:r>
            <a:endParaRPr lang="en-US" sz="3200" dirty="0"/>
          </a:p>
          <a:p>
            <a:pPr marL="381000" indent="-381000">
              <a:spcAft>
                <a:spcPts val="600"/>
              </a:spcAft>
              <a:buSzPct val="100000"/>
              <a:buChar char="●"/>
            </a:pPr>
            <a:r>
              <a:rPr lang="en-US" sz="3200" dirty="0">
                <a:solidFill>
                  <a:srgbClr val="000000"/>
                </a:solidFill>
                <a:latin typeface="Times New Roman" pitchFamily="34" charset="0"/>
                <a:ea typeface="Times New Roman" pitchFamily="34" charset="-122"/>
                <a:cs typeface="Times New Roman" pitchFamily="34" charset="-120"/>
              </a:rPr>
              <a:t>Kết luận cuối cùng</a:t>
            </a:r>
            <a:endParaRPr lang="en-US" sz="3200" dirty="0"/>
          </a:p>
          <a:p>
            <a:pPr marL="762000" lvl="1" indent="-381000">
              <a:spcAft>
                <a:spcPts val="600"/>
              </a:spcAft>
              <a:buSzPct val="100000"/>
              <a:buChar char="–"/>
            </a:pPr>
            <a:r>
              <a:rPr lang="en-US" sz="2800" dirty="0">
                <a:solidFill>
                  <a:srgbClr val="000000"/>
                </a:solidFill>
                <a:latin typeface="Times New Roman" pitchFamily="34" charset="0"/>
                <a:ea typeface="Times New Roman" pitchFamily="34" charset="-122"/>
                <a:cs typeface="Times New Roman" pitchFamily="34" charset="-120"/>
              </a:rPr>
              <a:t>Liệu còn điều gì bạn muốn người nghe ghi nhớ?</a:t>
            </a:r>
            <a:endParaRPr lang="en-US" sz="32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5</a:t>
            </a:fld>
            <a:endParaRPr lang="en-US"/>
          </a:p>
        </p:txBody>
      </p:sp>
    </p:spTree>
  </p:cSld>
  <p:clrMapOvr>
    <a:masterClrMapping/>
  </p:clrMapOvr>
  <p:transition spd="med">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3200"/>
            <a:ext cx="6400800" cy="1280160"/>
          </a:xfrm>
          <a:prstGeom prst="rect">
            <a:avLst/>
          </a:prstGeom>
          <a:noFill/>
          <a:ln/>
        </p:spPr>
        <p:txBody>
          <a:bodyPr wrap="square"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Cám ơn sự chú ý của quý vị</a:t>
            </a:r>
            <a:endParaRPr lang="en-US" sz="4000" dirty="0"/>
          </a:p>
        </p:txBody>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6</a:t>
            </a:fld>
            <a:endParaRPr lang="en-US"/>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7863840" cy="640080"/>
          </a:xfrm>
          <a:prstGeom prst="rect">
            <a:avLst/>
          </a:prstGeom>
          <a:noFill/>
          <a:ln/>
        </p:spPr>
        <p:txBody>
          <a:bodyPr wrap="square" lIns="0" tIns="0" rIns="0" bIns="0" rtlCol="0" anchor="ctr"/>
          <a:lstStyle/>
          <a:p>
            <a:pPr marL="0" indent="0" algn="l">
              <a:buNone/>
            </a:pPr>
            <a:r>
              <a:rPr lang="en-US" sz="2400" b="1" dirty="0">
                <a:solidFill>
                  <a:srgbClr val="996633"/>
                </a:solidFill>
                <a:latin typeface="Times New Roman" pitchFamily="34" charset="0"/>
                <a:ea typeface="Times New Roman" pitchFamily="34" charset="-122"/>
                <a:cs typeface="Times New Roman" pitchFamily="34" charset="-120"/>
              </a:rPr>
              <a:t>Ví dụ: sử dụng một đoạn trích dẫn khi giới thiệu</a:t>
            </a:r>
            <a:endParaRPr lang="en-US" sz="2400" dirty="0"/>
          </a:p>
        </p:txBody>
      </p:sp>
      <p:sp>
        <p:nvSpPr>
          <p:cNvPr id="3" name="Content 2"/>
          <p:cNvSpPr>
            <a:spLocks noGrp="1"/>
          </p:cNvSpPr>
          <p:nvPr>
            <p:ph idx="1"/>
          </p:nvPr>
        </p:nvSpPr>
        <p:spPr>
          <a:xfrm>
            <a:off x="640080" y="2651760"/>
            <a:ext cx="7863840" cy="2468880"/>
          </a:xfrm>
          <a:prstGeom prst="rect">
            <a:avLst/>
          </a:prstGeom>
          <a:noFill/>
          <a:ln/>
        </p:spPr>
        <p:txBody>
          <a:bodyPr wrap="square" lIns="0" tIns="0" rIns="0" bIns="0" rtlCol="0" anchor="t"/>
          <a:lstStyle/>
          <a:p>
            <a:pPr marL="381000" indent="-381000">
              <a:spcAft>
                <a:spcPts val="1000"/>
              </a:spcAft>
              <a:buSzPct val="100000"/>
              <a:buChar char="●"/>
            </a:pPr>
            <a:r>
              <a:rPr lang="en-US" sz="2400" dirty="0">
                <a:solidFill>
                  <a:srgbClr val="000000"/>
                </a:solidFill>
                <a:latin typeface="Times New Roman" pitchFamily="34" charset="0"/>
                <a:ea typeface="Times New Roman" pitchFamily="34" charset="-122"/>
                <a:cs typeface="Times New Roman" pitchFamily="34" charset="-120"/>
              </a:rPr>
              <a:t>Ví dụ: Ta có thể phát biểu trích dẫn lợi ích khi học ngành công nghệ thông tin</a:t>
            </a:r>
            <a:endParaRPr lang="en-US" sz="2400" dirty="0"/>
          </a:p>
          <a:p>
            <a:pPr marL="0" indent="0">
              <a:buNone/>
            </a:pPr>
            <a:r>
              <a:rPr lang="en-US" sz="2000" dirty="0">
                <a:solidFill>
                  <a:srgbClr val="000000"/>
                </a:solidFill>
                <a:latin typeface="Times New Roman" pitchFamily="34" charset="0"/>
                <a:ea typeface="Times New Roman" pitchFamily="34" charset="-122"/>
                <a:cs typeface="Times New Roman" pitchFamily="34" charset="-120"/>
              </a:rPr>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sz="2400" dirty="0"/>
          </a:p>
        </p:txBody>
      </p:sp>
      <p:sp>
        <p:nvSpPr>
          <p:cNvPr id="4" name="Shape 2">
            <a:hlinkClick r:id="rId3" action="ppaction://hlinksldjump" tooltip="Quay lại slide 3"/>
          </p:cNvPr>
          <p:cNvSpPr/>
          <p:nvPr/>
        </p:nvSpPr>
        <p:spPr>
          <a:xfrm>
            <a:off x="4160520" y="5349240"/>
            <a:ext cx="822960" cy="548640"/>
          </a:xfrm>
          <a:prstGeom prst="actionButtonReturn">
            <a:avLst/>
          </a:prstGeom>
          <a:solidFill>
            <a:srgbClr val="4A86C5"/>
          </a:solidFill>
          <a:ln w="12700">
            <a:solidFill>
              <a:srgbClr val="2E5E94"/>
            </a:solidFill>
            <a:prstDash val="solid"/>
          </a:ln>
        </p:spPr>
      </p:sp>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7</a:t>
            </a:fld>
            <a:endParaRPr lang="en-US"/>
          </a:p>
        </p:txBody>
      </p:sp>
    </p:spTree>
  </p:cSld>
  <p:clrMapOvr>
    <a:masterClrMapping/>
  </p:clrMapOvr>
  <p:transition spd="med">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1"/>
          <p:cNvSpPr>
            <a:spLocks noGrp="1"/>
          </p:cNvSpPr>
          <p:nvPr>
            <p:ph type="title"/>
          </p:nvPr>
        </p:nvSpPr>
        <p:spPr>
          <a:xfrm>
            <a:off x="640080" y="1874520"/>
            <a:ext cx="6583680" cy="640080"/>
          </a:xfrm>
          <a:prstGeom prst="rect">
            <a:avLst/>
          </a:prstGeom>
          <a:noFill/>
          <a:ln/>
        </p:spPr>
        <p:txBody>
          <a:bodyPr wrap="square" lIns="0" tIns="0" rIns="0" bIns="0" rtlCol="0" anchor="ctr"/>
          <a:lstStyle/>
          <a:p>
            <a:pPr marL="0" indent="0" algn="l">
              <a:buNone/>
            </a:pPr>
            <a:r>
              <a:rPr lang="en-US" sz="3000" b="1" dirty="0">
                <a:solidFill>
                  <a:srgbClr val="996633"/>
                </a:solidFill>
                <a:latin typeface="Times New Roman" pitchFamily="34" charset="0"/>
                <a:ea typeface="Times New Roman" pitchFamily="34" charset="-122"/>
                <a:cs typeface="Times New Roman" pitchFamily="34" charset="-120"/>
              </a:rPr>
              <a:t>Ví dụ minh chứng một vấn đề</a:t>
            </a:r>
            <a:endParaRPr lang="en-US" sz="3000" dirty="0"/>
          </a:p>
        </p:txBody>
      </p:sp>
      <p:sp>
        <p:nvSpPr>
          <p:cNvPr id="3" name="Content 2"/>
          <p:cNvSpPr>
            <a:spLocks noGrp="1"/>
          </p:cNvSpPr>
          <p:nvPr>
            <p:ph idx="1"/>
          </p:nvPr>
        </p:nvSpPr>
        <p:spPr>
          <a:xfrm>
            <a:off x="640080" y="2606040"/>
            <a:ext cx="7315200" cy="411480"/>
          </a:xfrm>
          <a:prstGeom prst="rect">
            <a:avLst/>
          </a:prstGeom>
          <a:noFill/>
          <a:ln/>
        </p:spPr>
        <p:txBody>
          <a:bodyPr wrap="square" lIns="0" tIns="0" rIns="0" bIns="0" rtlCol="0" anchor="ctr"/>
          <a:lstStyle/>
          <a:p>
            <a:pPr marL="381000" indent="-381000">
              <a:buSzPct val="100000"/>
              <a:buChar char="●"/>
            </a:pPr>
            <a:r>
              <a:rPr lang="en-US" sz="2000" dirty="0">
                <a:solidFill>
                  <a:srgbClr val="000000"/>
                </a:solidFill>
                <a:latin typeface="Times New Roman" pitchFamily="34" charset="0"/>
                <a:ea typeface="Times New Roman" pitchFamily="34" charset="-122"/>
                <a:cs typeface="Times New Roman" pitchFamily="34" charset="-120"/>
              </a:rPr>
              <a:t>Bảng thống kê kết quả tuyển sinh 2020</a:t>
            </a:r>
            <a:endParaRPr lang="en-US" sz="2000" dirty="0"/>
          </a:p>
        </p:txBody>
      </p:sp>
      <p:sp>
        <p:nvSpPr>
          <p:cNvPr id="4" name="Shape 2">
            <a:hlinkClick r:id="rId3" action="ppaction://hlinksldjump" tooltip="Quay lại slide 4"/>
          </p:cNvPr>
          <p:cNvSpPr/>
          <p:nvPr/>
        </p:nvSpPr>
        <p:spPr>
          <a:xfrm>
            <a:off x="7680960" y="1645920"/>
            <a:ext cx="822960" cy="594360"/>
          </a:xfrm>
          <a:prstGeom prst="actionButtonReturn">
            <a:avLst/>
          </a:prstGeom>
          <a:solidFill>
            <a:srgbClr val="4A86C5"/>
          </a:solidFill>
          <a:ln w="12700">
            <a:solidFill>
              <a:srgbClr val="2E5E94"/>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3108960"/>
          <a:ext cx="7498080" cy="2895600"/>
        </p:xfrm>
        <a:graphic>
          <a:graphicData uri="http://schemas.openxmlformats.org/drawingml/2006/table">
            <a:tbl>
              <a:tblPr/>
              <a:tblGrid>
                <a:gridCol w="4937760"/>
                <a:gridCol w="2560320"/>
              </a:tblGrid>
              <a:tr h="283464">
                <a:tc>
                  <a:txBody>
                    <a:bodyPr/>
                    <a:lstStyle/>
                    <a:p>
                      <a:pPr marL="0" indent="0" algn="l">
                        <a:buNone/>
                      </a:pPr>
                      <a:r>
                        <a:rPr lang="en-US" sz="1300" b="1" dirty="0">
                          <a:solidFill>
                            <a:srgbClr val="000000"/>
                          </a:solidFill>
                          <a:latin typeface="Times New Roman" pitchFamily="34" charset="0"/>
                          <a:ea typeface="Times New Roman" pitchFamily="34" charset="-122"/>
                          <a:cs typeface="Times New Roman" pitchFamily="34" charset="-120"/>
                        </a:rPr>
                        <a:t>Tên ngành/chuyên ngành</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b="1" dirty="0">
                          <a:solidFill>
                            <a:srgbClr val="000000"/>
                          </a:solidFill>
                          <a:latin typeface="Times New Roman" pitchFamily="34" charset="0"/>
                          <a:ea typeface="Times New Roman" pitchFamily="34" charset="-122"/>
                          <a:cs typeface="Times New Roman" pitchFamily="34" charset="-120"/>
                        </a:rPr>
                        <a:t>Số lượng tuyển sinh</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Công nghệ thông tin</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272</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Công nghệ thông tin - CLC</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144</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Công nghệ thông tin - HA</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75</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Mạng máy tính và truyền thông dữ liệu</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149</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Kỹ thuật phần mềm</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266</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Hệ thống thông tin</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135</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Khoa học máy tính</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178</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Tin học Ứng dụng</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dirty="0">
                          <a:solidFill>
                            <a:srgbClr val="000000"/>
                          </a:solidFill>
                          <a:latin typeface="Times New Roman" pitchFamily="34" charset="0"/>
                          <a:ea typeface="Times New Roman" pitchFamily="34" charset="-122"/>
                          <a:cs typeface="Times New Roman" pitchFamily="34" charset="-120"/>
                        </a:rPr>
                        <a:t>32</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r h="283464">
                <a:tc>
                  <a:txBody>
                    <a:bodyPr/>
                    <a:lstStyle/>
                    <a:p>
                      <a:pPr marL="0" indent="0" algn="l">
                        <a:buNone/>
                      </a:pPr>
                      <a:r>
                        <a:rPr lang="en-US" sz="1300" b="1" dirty="0">
                          <a:solidFill>
                            <a:srgbClr val="000000"/>
                          </a:solidFill>
                          <a:latin typeface="Times New Roman" pitchFamily="34" charset="0"/>
                          <a:ea typeface="Times New Roman" pitchFamily="34" charset="-122"/>
                          <a:cs typeface="Times New Roman" pitchFamily="34" charset="-120"/>
                        </a:rPr>
                        <a:t>Tổng</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c>
                  <a:txBody>
                    <a:bodyPr/>
                    <a:lstStyle/>
                    <a:p>
                      <a:pPr marL="0" indent="0" algn="r">
                        <a:buNone/>
                      </a:pPr>
                      <a:r>
                        <a:rPr lang="en-US" sz="1300" b="1" dirty="0">
                          <a:solidFill>
                            <a:srgbClr val="000000"/>
                          </a:solidFill>
                          <a:latin typeface="Times New Roman" pitchFamily="34" charset="0"/>
                          <a:ea typeface="Times New Roman" pitchFamily="34" charset="-122"/>
                          <a:cs typeface="Times New Roman" pitchFamily="34" charset="-120"/>
                        </a:rPr>
                        <a:t>1251</a:t>
                      </a:r>
                      <a:endParaRPr lang="en-US" sz="1300" dirty="0">
                        <a:latin typeface="Times New Roman" charset="0"/>
                        <a:ea typeface="Times New Roman" charset="0"/>
                        <a:cs typeface="Times New Roman" charset="0"/>
                      </a:endParaRPr>
                    </a:p>
                  </a:txBody>
                  <a:tcPr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555555"/>
                      </a:solidFill>
                      <a:prstDash val="solid"/>
                      <a:round/>
                      <a:headEnd type="none" w="med" len="med"/>
                      <a:tailEnd type="none" w="med" len="med"/>
                    </a:lnB>
                    <a:solidFill>
                      <a:srgbClr val="F4FAFD"/>
                    </a:solidFill>
                  </a:tcPr>
                </a:tc>
              </a:tr>
            </a:tbl>
          </a:graphicData>
        </a:graphic>
      </p:graphicFrame>
      <p:sp>
        <p:nvSpPr>
          <p:cNvPr id="25" name="Slide Number Placeholder 0"/>
          <p:cNvSpPr>
            <a:spLocks noGrp="1"/>
          </p:cNvSpPr>
          <p:nvPr>
            <p:ph type="sldNum" sz="quarter" idx="4294967295"/>
          </p:nvPr>
        </p:nvSpPr>
        <p:spPr>
          <a:xfrm>
            <a:off x="8138160" y="5989320"/>
            <a:ext cx="731520" cy="365760"/>
          </a:xfrm>
          <a:prstGeom prst="rect">
            <a:avLst/>
          </a:prstGeom>
          <a:extLst>
            <a:ext uri="{C572A759-6A51-4108-AA02-DFA0A04FC94B}">
              <ma14:wrappingTextBoxFlag xmlns:ma14="http://schemas.microsoft.com/office/mac/drawingml/2011/main" xmlns="" val="0"/>
            </a:ext>
          </a:extLst>
        </p:spPr>
        <p:txBody>
          <a:bodyPr/>
          <a:lstStyle>
            <a:lvl1pPr>
              <a:defRPr sz="1600">
                <a:solidFill>
                  <a:srgbClr val="999999"/>
                </a:solidFill>
                <a:latin typeface="Times New Roman"/>
                <a:ea typeface="Times New Roman"/>
                <a:cs typeface="Times New Roman"/>
              </a:defRPr>
            </a:lvl1pPr>
          </a:lstStyle>
          <a:p>
            <a:pPr algn="r"/>
            <a:fld id="{F7021451-1387-4CA6-816F-3879F97B5CBC}" type="slidenum">
              <a:rPr lang="en-US" b="1"/>
              <a:t>8</a:t>
            </a:fld>
            <a:endParaRPr lang="en-US"/>
          </a:p>
        </p:txBody>
      </p:sp>
    </p:spTree>
  </p:cSld>
  <p:clrMapOvr>
    <a:masterClrMapping/>
  </p:clrMapOvr>
  <p:transition spd="med">
    <p:split orient="ver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379</Words>
  <Application>Microsoft Office PowerPoint</Application>
  <PresentationFormat>On-screen Show (4:3)</PresentationFormat>
  <Paragraphs>72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student</cp:lastModifiedBy>
  <cp:revision>1</cp:revision>
  <dcterms:created xsi:type="dcterms:W3CDTF">2026-09-24T01:07:01Z</dcterms:created>
  <dcterms:modified xsi:type="dcterms:W3CDTF">2026-09-24T01:13:42Z</dcterms:modified>
</cp:coreProperties>
</file>